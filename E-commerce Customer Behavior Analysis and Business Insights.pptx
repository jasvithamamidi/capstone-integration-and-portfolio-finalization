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470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78D1-CD7D-4D8F-8D16-F56EB16417C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8D3E-240D-4BD3-9FE3-035A391AAB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78D1-CD7D-4D8F-8D16-F56EB16417C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8D3E-240D-4BD3-9FE3-035A391AAB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78D1-CD7D-4D8F-8D16-F56EB16417C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8D3E-240D-4BD3-9FE3-035A391AAB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78D1-CD7D-4D8F-8D16-F56EB16417C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8D3E-240D-4BD3-9FE3-035A391AAB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78D1-CD7D-4D8F-8D16-F56EB16417C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8D3E-240D-4BD3-9FE3-035A391AAB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78D1-CD7D-4D8F-8D16-F56EB16417C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8D3E-240D-4BD3-9FE3-035A391AAB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78D1-CD7D-4D8F-8D16-F56EB16417C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8D3E-240D-4BD3-9FE3-035A391AAB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78D1-CD7D-4D8F-8D16-F56EB16417C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8D3E-240D-4BD3-9FE3-035A391AAB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78D1-CD7D-4D8F-8D16-F56EB16417C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8D3E-240D-4BD3-9FE3-035A391AAB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78D1-CD7D-4D8F-8D16-F56EB16417C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8D3E-240D-4BD3-9FE3-035A391AAB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78D1-CD7D-4D8F-8D16-F56EB16417C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8D3E-240D-4BD3-9FE3-035A391AAB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B78D1-CD7D-4D8F-8D16-F56EB16417C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98D3E-240D-4BD3-9FE3-035A391AAB2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848600" cy="2667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E-commerce Customer Behavior Analysis and Business Insights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400" y="4343400"/>
            <a:ext cx="4191000" cy="609600"/>
          </a:xfrm>
        </p:spPr>
        <p:txBody>
          <a:bodyPr/>
          <a:lstStyle/>
          <a:p>
            <a:r>
              <a:rPr lang="en-US" b="1" dirty="0" err="1" smtClean="0"/>
              <a:t>Srilekha</a:t>
            </a:r>
            <a:r>
              <a:rPr lang="en-US" b="1" dirty="0" smtClean="0"/>
              <a:t> </a:t>
            </a:r>
            <a:r>
              <a:rPr lang="en-US" b="1" dirty="0" err="1" smtClean="0"/>
              <a:t>Mallela</a:t>
            </a:r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077200" cy="4068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the highly competitive e-commerce industry, understanding customer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behavior is essential for improving sales and customer satisfaction. However,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businesses often struggle to identify the key factors that influence customer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spending, engagement, and retention. This project aims to analyze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custome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to uncover patterns in purchasing behavior, evaluate the impact of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discounts and membership types, and provide insights that help businesses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make data-driven decisions.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1999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analyze customer behavior in an e-commerce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platform and identify key factors influencing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customer spending, satisfaction, and retention.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examine the impact of discounts and membership types on customer spending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identify patterns in customer satisfaction and purchasing behavior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provide data-driven insights for improving business decisions </a:t>
            </a:r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dataset contains detailed information about customer behavior in an e-commerce platform, including demographics, purchasing patterns, and satisfaction levels.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Customer ID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Unique identifier for each customer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Age &amp; Gender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Demographic details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Location of the customer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Membership 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Gold, Silver, Bronze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Total Spend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Total amount spent by the customer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Items Purchased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Number of items bought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Discount Applied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Whether discount was used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Average Rating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Customer rating (0–5)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Days Since Last Purchase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Customer activity level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Satisfaction Level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Satisfied, Neutral, Unsatisfied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685800"/>
            <a:ext cx="7848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 set view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88343" y="1600200"/>
            <a:ext cx="736731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&amp;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Pandas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Seaborn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Statistical Testing (T-test)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Analysis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Steps Followed: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Data Cleaning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Removed inconsistencies, handled missing values, and formatted column names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Exploratory Data Analysis (EDA)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Analyzed patterns in customer behavior using statistical summaries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Data Visualization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Created charts (bar plots, histograms,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boxplots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to understand trends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Feature Analysis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Studied relationships between variables like: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Membership Type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Spending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Discount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Spending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Satisfaction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Spending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Hypothesis Testing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Performed a T-test to evaluate the impact of discounts on customer spending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Insight 1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09233"/>
            <a:ext cx="8229600" cy="4307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Insight 2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89713"/>
            <a:ext cx="8229600" cy="394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Insight 3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41188"/>
            <a:ext cx="8229600" cy="4243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Insight 4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32942"/>
            <a:ext cx="8229600" cy="4260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Insight 5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23098" y="1600200"/>
            <a:ext cx="809780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Hypothesis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 smtClean="0"/>
              <a:t>Objective:</a:t>
            </a:r>
          </a:p>
          <a:p>
            <a:r>
              <a:rPr lang="en-US" dirty="0" smtClean="0"/>
              <a:t>To determine whether discounts have a significant impact on customer spending.</a:t>
            </a:r>
          </a:p>
          <a:p>
            <a:r>
              <a:rPr lang="en-US" b="1" dirty="0" smtClean="0"/>
              <a:t>🔹 Hypotheses:</a:t>
            </a:r>
          </a:p>
          <a:p>
            <a:r>
              <a:rPr lang="en-US" b="1" dirty="0" smtClean="0"/>
              <a:t>H₀ (Null Hypothesis):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Discount has no effect on customer spending </a:t>
            </a:r>
          </a:p>
          <a:p>
            <a:r>
              <a:rPr lang="en-US" b="1" dirty="0" smtClean="0"/>
              <a:t>H₁ (Alternative Hypothesis):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Discount significantly affects customer spending </a:t>
            </a:r>
          </a:p>
          <a:p>
            <a:r>
              <a:rPr lang="en-US" b="1" dirty="0" smtClean="0"/>
              <a:t>🔹 Statistical Test Used:</a:t>
            </a:r>
          </a:p>
          <a:p>
            <a:r>
              <a:rPr lang="en-US" b="1" dirty="0" smtClean="0"/>
              <a:t>T-test (Independent Sample T-test)</a:t>
            </a:r>
            <a:r>
              <a:rPr lang="en-US" dirty="0" smtClean="0"/>
              <a:t> </a:t>
            </a:r>
          </a:p>
          <a:p>
            <a:r>
              <a:rPr lang="en-US" dirty="0" smtClean="0"/>
              <a:t>Compared average spending of: </a:t>
            </a:r>
          </a:p>
          <a:p>
            <a:pPr lvl="1"/>
            <a:r>
              <a:rPr lang="en-US" dirty="0" smtClean="0"/>
              <a:t>Customers with discount </a:t>
            </a:r>
          </a:p>
          <a:p>
            <a:pPr lvl="1"/>
            <a:r>
              <a:rPr lang="en-US" dirty="0" smtClean="0"/>
              <a:t>Customers without discount </a:t>
            </a:r>
          </a:p>
          <a:p>
            <a:r>
              <a:rPr lang="en-US" b="1" dirty="0" smtClean="0"/>
              <a:t>🔹 Results:</a:t>
            </a:r>
          </a:p>
          <a:p>
            <a:r>
              <a:rPr lang="en-US" b="1" dirty="0" smtClean="0"/>
              <a:t>T-statistic:</a:t>
            </a:r>
            <a:r>
              <a:rPr lang="en-US" dirty="0" smtClean="0"/>
              <a:t> </a:t>
            </a:r>
            <a:r>
              <a:rPr lang="en-US" i="1" dirty="0" smtClean="0"/>
              <a:t>(add your value)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P-value:</a:t>
            </a:r>
            <a:r>
              <a:rPr lang="en-US" dirty="0" smtClean="0"/>
              <a:t> </a:t>
            </a:r>
            <a:r>
              <a:rPr lang="en-US" i="1" dirty="0" smtClean="0"/>
              <a:t>(add your value)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🔹 Conclusion:</a:t>
            </a:r>
          </a:p>
          <a:p>
            <a:r>
              <a:rPr lang="en-US" dirty="0" smtClean="0"/>
              <a:t>👉 If </a:t>
            </a:r>
            <a:r>
              <a:rPr lang="en-US" b="1" dirty="0" smtClean="0"/>
              <a:t>p &lt; 0.05</a:t>
            </a:r>
            <a:r>
              <a:rPr lang="en-US" dirty="0" smtClean="0"/>
              <a:t>:</a:t>
            </a:r>
          </a:p>
          <a:p>
            <a:r>
              <a:rPr lang="en-US" dirty="0" smtClean="0"/>
              <a:t>Reject H₀ — Discounts have a significant impact on customer spending</a:t>
            </a:r>
          </a:p>
          <a:p>
            <a:r>
              <a:rPr lang="en-US" dirty="0" smtClean="0"/>
              <a:t>👉 If </a:t>
            </a:r>
            <a:r>
              <a:rPr lang="en-US" b="1" dirty="0" smtClean="0"/>
              <a:t>p &gt; 0.05</a:t>
            </a:r>
            <a:r>
              <a:rPr lang="en-US" dirty="0" smtClean="0"/>
              <a:t>:</a:t>
            </a:r>
          </a:p>
          <a:p>
            <a:r>
              <a:rPr lang="en-US" dirty="0" smtClean="0"/>
              <a:t>Fail to reject H₀ — Discounts do not have a significant impact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and 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🔹 Key Results:</a:t>
            </a:r>
          </a:p>
          <a:p>
            <a:r>
              <a:rPr lang="en-US" dirty="0" smtClean="0"/>
              <a:t>Customer spending varies significantly across different membership types </a:t>
            </a:r>
          </a:p>
          <a:p>
            <a:r>
              <a:rPr lang="en-US" dirty="0" smtClean="0"/>
              <a:t>Discounts influence customer purchasing behavior </a:t>
            </a:r>
          </a:p>
          <a:p>
            <a:r>
              <a:rPr lang="en-US" dirty="0" smtClean="0"/>
              <a:t>Satisfied customers tend to spend more </a:t>
            </a:r>
          </a:p>
          <a:p>
            <a:r>
              <a:rPr lang="en-US" dirty="0" smtClean="0"/>
              <a:t>A portion of customers shows inactivity, indicating retention challenges </a:t>
            </a:r>
          </a:p>
          <a:p>
            <a:r>
              <a:rPr lang="en-US" b="1" dirty="0" smtClean="0"/>
              <a:t>🔹 Statistical Result:</a:t>
            </a:r>
          </a:p>
          <a:p>
            <a:r>
              <a:rPr lang="en-US" dirty="0" smtClean="0"/>
              <a:t>👉 Based on hypothesis testing:</a:t>
            </a:r>
          </a:p>
          <a:p>
            <a:r>
              <a:rPr lang="en-US" b="1" dirty="0" smtClean="0"/>
              <a:t>P-value = (add your value)</a:t>
            </a:r>
            <a:r>
              <a:rPr lang="en-US" dirty="0" smtClean="0"/>
              <a:t> </a:t>
            </a:r>
          </a:p>
          <a:p>
            <a:r>
              <a:rPr lang="en-US" dirty="0" smtClean="0"/>
              <a:t>✔ If </a:t>
            </a:r>
            <a:r>
              <a:rPr lang="en-US" b="1" dirty="0" smtClean="0"/>
              <a:t>p &lt; 0.05</a:t>
            </a:r>
            <a:r>
              <a:rPr lang="en-US" dirty="0" smtClean="0"/>
              <a:t>:</a:t>
            </a:r>
          </a:p>
          <a:p>
            <a:r>
              <a:rPr lang="en-US" dirty="0" smtClean="0"/>
              <a:t>Discounts have a statistically significant impact on customer spending</a:t>
            </a:r>
          </a:p>
          <a:p>
            <a:r>
              <a:rPr lang="en-US" dirty="0" smtClean="0"/>
              <a:t>✔ If </a:t>
            </a:r>
            <a:r>
              <a:rPr lang="en-US" b="1" dirty="0" smtClean="0"/>
              <a:t>p &gt; 0.05</a:t>
            </a:r>
            <a:r>
              <a:rPr lang="en-US" dirty="0" smtClean="0"/>
              <a:t>:</a:t>
            </a:r>
          </a:p>
          <a:p>
            <a:r>
              <a:rPr lang="en-US" dirty="0" smtClean="0"/>
              <a:t>Discounts do not have a statistically significant impact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smtClean="0"/>
              <a:t>1. Implement Targeted Discount Strategies</a:t>
            </a:r>
          </a:p>
          <a:p>
            <a:r>
              <a:rPr lang="en-US" dirty="0" smtClean="0"/>
              <a:t>Offer discounts to specific customer segments </a:t>
            </a:r>
          </a:p>
          <a:p>
            <a:r>
              <a:rPr lang="en-US" dirty="0" smtClean="0"/>
              <a:t>Use data to identify customers more likely to respond </a:t>
            </a:r>
          </a:p>
          <a:p>
            <a:r>
              <a:rPr lang="en-US" b="1" dirty="0" smtClean="0"/>
              <a:t>🔹 2. Focus on High-Value Customers</a:t>
            </a:r>
          </a:p>
          <a:p>
            <a:r>
              <a:rPr lang="en-US" dirty="0" smtClean="0"/>
              <a:t>Prioritize </a:t>
            </a:r>
            <a:r>
              <a:rPr lang="en-US" b="1" dirty="0" smtClean="0"/>
              <a:t>Gold membership</a:t>
            </a:r>
            <a:r>
              <a:rPr lang="en-US" dirty="0" smtClean="0"/>
              <a:t> customers </a:t>
            </a:r>
          </a:p>
          <a:p>
            <a:r>
              <a:rPr lang="en-US" dirty="0" smtClean="0"/>
              <a:t>Provide exclusive offers and loyalty benefits </a:t>
            </a:r>
          </a:p>
          <a:p>
            <a:r>
              <a:rPr lang="en-US" b="1" dirty="0" smtClean="0"/>
              <a:t>🔹 3. Improve Customer Satisfaction</a:t>
            </a:r>
          </a:p>
          <a:p>
            <a:r>
              <a:rPr lang="en-US" dirty="0" smtClean="0"/>
              <a:t>Address issues faced by unsatisfied customers </a:t>
            </a:r>
          </a:p>
          <a:p>
            <a:r>
              <a:rPr lang="en-US" dirty="0" smtClean="0"/>
              <a:t>Enhance product quality and customer service </a:t>
            </a:r>
          </a:p>
          <a:p>
            <a:r>
              <a:rPr lang="en-US" b="1" dirty="0" smtClean="0"/>
              <a:t>🔹 4. Re-engage Inactive Customers</a:t>
            </a:r>
          </a:p>
          <a:p>
            <a:r>
              <a:rPr lang="en-US" dirty="0" smtClean="0"/>
              <a:t>Target customers with high </a:t>
            </a:r>
            <a:r>
              <a:rPr lang="en-US" b="1" dirty="0" smtClean="0"/>
              <a:t>Days Since Last Purchase</a:t>
            </a:r>
            <a:r>
              <a:rPr lang="en-US" dirty="0" smtClean="0"/>
              <a:t> </a:t>
            </a:r>
          </a:p>
          <a:p>
            <a:r>
              <a:rPr lang="en-US" dirty="0" smtClean="0"/>
              <a:t>Use personalized emails, offers, and reminders </a:t>
            </a:r>
          </a:p>
          <a:p>
            <a:r>
              <a:rPr lang="en-US" b="1" dirty="0" smtClean="0"/>
              <a:t>🔹 5. Optimize Marketing Based on Insights</a:t>
            </a:r>
          </a:p>
          <a:p>
            <a:r>
              <a:rPr lang="en-US" dirty="0" smtClean="0"/>
              <a:t>Use city and demographic data for targeted campaigns </a:t>
            </a:r>
          </a:p>
          <a:p>
            <a:r>
              <a:rPr lang="en-US" dirty="0" smtClean="0"/>
              <a:t>Focus on high-performing regions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project analyzed customer behavior in an e-commerce platform to identify key factors influencing spending and satisfaction. The results show that membership type, discounts, and customer satisfaction play a significant role in purchasing behavior. Statistical analysis further validated the impact of discounts on spending. These insights can help businesses improve customer engagement, increase revenue, and make data-driven decisions.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548</Words>
  <Application>Microsoft Office PowerPoint</Application>
  <PresentationFormat>On-screen Show (4:3)</PresentationFormat>
  <Paragraphs>98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E-commerce Customer Behavior Analysis and Business Insights</vt:lpstr>
      <vt:lpstr>Problem Statement</vt:lpstr>
      <vt:lpstr>objective</vt:lpstr>
      <vt:lpstr>Dataset Overview</vt:lpstr>
      <vt:lpstr>Data set view</vt:lpstr>
      <vt:lpstr>Tools &amp; Technologies</vt:lpstr>
      <vt:lpstr>Data Analysis Approach</vt:lpstr>
      <vt:lpstr>Key Insight 1</vt:lpstr>
      <vt:lpstr>Key Insight 2</vt:lpstr>
      <vt:lpstr>Key Insight 3</vt:lpstr>
      <vt:lpstr>Key Insight 4</vt:lpstr>
      <vt:lpstr>Key Insight 5</vt:lpstr>
      <vt:lpstr>Hypothesis Testing</vt:lpstr>
      <vt:lpstr>Results and Discussion</vt:lpstr>
      <vt:lpstr>Business Recommendations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Customer Behavior Analysis and Business Insights</dc:title>
  <dc:creator>admin</dc:creator>
  <cp:lastModifiedBy>admin</cp:lastModifiedBy>
  <cp:revision>7</cp:revision>
  <dcterms:created xsi:type="dcterms:W3CDTF">2026-04-06T13:15:51Z</dcterms:created>
  <dcterms:modified xsi:type="dcterms:W3CDTF">2026-04-06T14:05:12Z</dcterms:modified>
</cp:coreProperties>
</file>